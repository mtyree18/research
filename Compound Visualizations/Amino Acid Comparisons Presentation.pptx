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51"/>
  </p:normalViewPr>
  <p:slideViewPr>
    <p:cSldViewPr snapToGrid="0">
      <p:cViewPr varScale="1">
        <p:scale>
          <a:sx n="110" d="100"/>
          <a:sy n="110" d="100"/>
        </p:scale>
        <p:origin x="7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F8F38-6031-5A38-FF4E-85C193398F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78B18D-F672-311B-18FA-68CB25731B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B4D1F1-18AA-41C5-1CC6-3E4588C56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23BF7-17F9-564D-BEB0-74757BEE63F6}" type="datetimeFigureOut">
              <a:rPr lang="en-US" smtClean="0"/>
              <a:t>7/21/25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9042C-9299-4ACE-6B92-05C037DC0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C4967-D132-94D3-0DE5-F3D1E6DEC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6C066-CFCB-4745-94D4-456933436A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395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B532B-660D-DDE1-C71A-68B1D2A0E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A7D72-4029-38DA-6815-01820AFD9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64CDE-DEE6-B841-6D55-CCCD05A25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23BF7-17F9-564D-BEB0-74757BEE63F6}" type="datetimeFigureOut">
              <a:rPr lang="en-US" smtClean="0"/>
              <a:t>7/21/25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37BBB8-CBFA-7195-5515-CE2F4EE9C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B505C-8D3E-1374-900C-E40D8D3CD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6C066-CFCB-4745-94D4-456933436A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588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19375-5D89-BD17-4C4B-B55B389C7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77C8D5-FC45-5470-438A-F6E625CBD0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ECF9A1-83DC-D454-6647-126437EE5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23BF7-17F9-564D-BEB0-74757BEE63F6}" type="datetimeFigureOut">
              <a:rPr lang="en-US" smtClean="0"/>
              <a:t>7/21/25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5B227-F65D-C99E-93BA-91D6E6364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6B60B7-4E9F-6CAF-F9AA-58F3C7837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6C066-CFCB-4745-94D4-456933436A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316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61E2D-97A5-7812-B252-AB712E664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D5A9B-39B3-0549-AC59-806CB87AAA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A90876-7AF8-1C50-3D43-ECCB9C83B7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312295-E6F5-A9A7-062F-AB8554765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23BF7-17F9-564D-BEB0-74757BEE63F6}" type="datetimeFigureOut">
              <a:rPr lang="en-US" smtClean="0"/>
              <a:t>7/21/25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F564D9-D3BF-4340-C9AD-9CA4BAB12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825639-9A88-5CFF-8E3C-5C65E2660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6C066-CFCB-4745-94D4-456933436A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297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9684F-6819-441B-10D2-881609C47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174ABC-CE9F-749D-5BFB-3ACF41F229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F3F620-F85F-A024-7E01-4505F3CCBA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34226A-4A72-C100-6761-0968B10090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536F98-E156-6C9C-DB4A-93C744842F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CA3573-7E8E-8C14-BC45-9F220BDAB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23BF7-17F9-564D-BEB0-74757BEE63F6}" type="datetimeFigureOut">
              <a:rPr lang="en-US" smtClean="0"/>
              <a:t>7/21/25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1E857-CA0C-7290-24AF-E57904203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98CBAD-87AD-1354-32FC-2D0C16904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6C066-CFCB-4745-94D4-456933436A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592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D738F-719B-2FFE-7C7E-9B5251938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877051-143D-35E9-1065-D4AA565F8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23BF7-17F9-564D-BEB0-74757BEE63F6}" type="datetimeFigureOut">
              <a:rPr lang="en-US" smtClean="0"/>
              <a:t>7/21/25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94F9E2-203F-F41C-47AE-100649E30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5ACCEE-EA47-9581-E53D-62C27289A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6C066-CFCB-4745-94D4-456933436A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795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B1D750-59BE-2B94-5B49-2BAC3AF03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23BF7-17F9-564D-BEB0-74757BEE63F6}" type="datetimeFigureOut">
              <a:rPr lang="en-US" smtClean="0"/>
              <a:t>7/21/25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6D124F-A9A4-D934-AB0E-F2635B632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588189-28B5-0783-ABDB-A9C3810CA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6C066-CFCB-4745-94D4-456933436A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797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6A2A9-9F67-DD69-D609-D2CAB8B21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52BB8-F376-B501-04F7-21A573C4FE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464949-C4E4-A781-E9A8-9B2F69F320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228648-3D51-6008-0D40-539C5A78C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23BF7-17F9-564D-BEB0-74757BEE63F6}" type="datetimeFigureOut">
              <a:rPr lang="en-US" smtClean="0"/>
              <a:t>7/21/25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523722-B606-4CCA-E165-C579EAC3D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5319FC-5E0B-D948-5736-4CAA3F9D4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6C066-CFCB-4745-94D4-456933436A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066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F5224-65B9-A06D-CA75-DFE6725D2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B0E165-8B9F-534D-3407-71117CA4E1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EF032E-D925-FC67-A1DE-D16570A01A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A557A5-A776-A178-CF85-A346322CE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23BF7-17F9-564D-BEB0-74757BEE63F6}" type="datetimeFigureOut">
              <a:rPr lang="en-US" smtClean="0"/>
              <a:t>7/21/25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150692-8C45-DC5A-E5EB-9EF665946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B094B-4728-F81A-349D-597CB21EF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6C066-CFCB-4745-94D4-456933436A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513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B3F83-3548-7A2C-A1E9-3585A793D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22439A-98AA-BA5C-768B-B317A8653F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C8B5F0-0AB5-83CC-E74E-C84742E1D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23BF7-17F9-564D-BEB0-74757BEE63F6}" type="datetimeFigureOut">
              <a:rPr lang="en-US" smtClean="0"/>
              <a:t>7/21/25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8C41D5-E578-3086-4749-0CA574482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BB2F17-D9EF-A850-81D4-03961214E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6C066-CFCB-4745-94D4-456933436A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483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D0B004-DC20-25BA-27E1-40BDD6588F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67A826-C000-A5A2-7F32-8D5BDC4142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43F09-AB26-9049-50A0-DC533DE34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23BF7-17F9-564D-BEB0-74757BEE63F6}" type="datetimeFigureOut">
              <a:rPr lang="en-US" smtClean="0"/>
              <a:t>7/21/25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F0337-8234-A314-35D8-1C4515A01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397E9-2187-9C1E-3964-2E96B6757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6C066-CFCB-4745-94D4-456933436A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845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72FB64-513E-3DD0-F9A6-66B913142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6F9EE-C35C-1878-2341-1983D6030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37E88-AE60-467B-EB6F-8143475718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823BF7-17F9-564D-BEB0-74757BEE63F6}" type="datetimeFigureOut">
              <a:rPr lang="en-US" smtClean="0"/>
              <a:t>7/21/25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9BB72-FF11-D137-BEB4-3ED6B21E84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136767-3560-5D94-44D8-7C4A59E8B0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F6C066-CFCB-4745-94D4-456933436A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922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7.png"/><Relationship Id="rId7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hart of different colors&#10;&#10;AI-generated content may be incorrect.">
            <a:extLst>
              <a:ext uri="{FF2B5EF4-FFF2-40B4-BE49-F238E27FC236}">
                <a16:creationId xmlns:a16="http://schemas.microsoft.com/office/drawing/2014/main" id="{A9FB31E2-4827-C1E5-7201-43B6F24FE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4647" y="229176"/>
            <a:ext cx="3933442" cy="3192635"/>
          </a:xfrm>
          <a:prstGeom prst="rect">
            <a:avLst/>
          </a:prstGeom>
        </p:spPr>
      </p:pic>
      <p:pic>
        <p:nvPicPr>
          <p:cNvPr id="7" name="Picture 6" descr="A chart of different shades of blue&#10;&#10;AI-generated content may be incorrect.">
            <a:extLst>
              <a:ext uri="{FF2B5EF4-FFF2-40B4-BE49-F238E27FC236}">
                <a16:creationId xmlns:a16="http://schemas.microsoft.com/office/drawing/2014/main" id="{6797902F-9925-8598-5B65-689063006B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153" y="3944643"/>
            <a:ext cx="3589361" cy="2913357"/>
          </a:xfrm>
          <a:prstGeom prst="rect">
            <a:avLst/>
          </a:prstGeom>
        </p:spPr>
      </p:pic>
      <p:pic>
        <p:nvPicPr>
          <p:cNvPr id="9" name="Picture 8" descr="A chart with a number of colors&#10;&#10;AI-generated content may be incorrect.">
            <a:extLst>
              <a:ext uri="{FF2B5EF4-FFF2-40B4-BE49-F238E27FC236}">
                <a16:creationId xmlns:a16="http://schemas.microsoft.com/office/drawing/2014/main" id="{9958D4F3-F815-019D-5D2E-971E896994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8996" y="3773645"/>
            <a:ext cx="4010711" cy="3255352"/>
          </a:xfrm>
          <a:prstGeom prst="rect">
            <a:avLst/>
          </a:prstGeom>
        </p:spPr>
      </p:pic>
      <p:pic>
        <p:nvPicPr>
          <p:cNvPr id="11" name="Picture 10" descr="A chart with different colors of different sizes&#10;&#10;AI-generated content may be incorrect.">
            <a:extLst>
              <a:ext uri="{FF2B5EF4-FFF2-40B4-BE49-F238E27FC236}">
                <a16:creationId xmlns:a16="http://schemas.microsoft.com/office/drawing/2014/main" id="{A4C6392E-D384-8914-A77C-3B0B7D9CDA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0293" y="3542535"/>
            <a:ext cx="4010712" cy="3255353"/>
          </a:xfrm>
          <a:prstGeom prst="rect">
            <a:avLst/>
          </a:prstGeom>
        </p:spPr>
      </p:pic>
      <p:pic>
        <p:nvPicPr>
          <p:cNvPr id="13" name="Picture 12" descr="A chart with different colors and numbers&#10;&#10;AI-generated content may be incorrect.">
            <a:extLst>
              <a:ext uri="{FF2B5EF4-FFF2-40B4-BE49-F238E27FC236}">
                <a16:creationId xmlns:a16="http://schemas.microsoft.com/office/drawing/2014/main" id="{B0B2EE24-298E-5A1D-8471-8726A092BB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6707" y="487238"/>
            <a:ext cx="4010710" cy="3255352"/>
          </a:xfrm>
          <a:prstGeom prst="rect">
            <a:avLst/>
          </a:prstGeom>
        </p:spPr>
      </p:pic>
      <p:pic>
        <p:nvPicPr>
          <p:cNvPr id="15" name="Picture 14" descr="A chart with a number of colors&#10;&#10;AI-generated content may be incorrect.">
            <a:extLst>
              <a:ext uri="{FF2B5EF4-FFF2-40B4-BE49-F238E27FC236}">
                <a16:creationId xmlns:a16="http://schemas.microsoft.com/office/drawing/2014/main" id="{FA9AF770-7B74-7092-B26D-06C99CC936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7348" y="0"/>
            <a:ext cx="4224651" cy="3429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2D96904-E356-1549-A24D-A26146C8F8F0}"/>
              </a:ext>
            </a:extLst>
          </p:cNvPr>
          <p:cNvSpPr txBox="1"/>
          <p:nvPr/>
        </p:nvSpPr>
        <p:spPr>
          <a:xfrm>
            <a:off x="5285362" y="-82149"/>
            <a:ext cx="57071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Isoleucine</a:t>
            </a:r>
          </a:p>
        </p:txBody>
      </p:sp>
    </p:spTree>
    <p:extLst>
      <p:ext uri="{BB962C8B-B14F-4D97-AF65-F5344CB8AC3E}">
        <p14:creationId xmlns:p14="http://schemas.microsoft.com/office/powerpoint/2010/main" val="2551072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ue and black squares&#10;&#10;AI-generated content may be incorrect.">
            <a:extLst>
              <a:ext uri="{FF2B5EF4-FFF2-40B4-BE49-F238E27FC236}">
                <a16:creationId xmlns:a16="http://schemas.microsoft.com/office/drawing/2014/main" id="{059A9AF2-723B-C88E-0401-EE37E0D25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3805" y="663646"/>
            <a:ext cx="3651165" cy="2963521"/>
          </a:xfrm>
          <a:prstGeom prst="rect">
            <a:avLst/>
          </a:prstGeom>
        </p:spPr>
      </p:pic>
      <p:pic>
        <p:nvPicPr>
          <p:cNvPr id="12" name="Picture 11" descr="A chart with different colors and sizes&#10;&#10;AI-generated content may be incorrect.">
            <a:extLst>
              <a:ext uri="{FF2B5EF4-FFF2-40B4-BE49-F238E27FC236}">
                <a16:creationId xmlns:a16="http://schemas.microsoft.com/office/drawing/2014/main" id="{C9258B83-7A46-FFEE-0498-62E298ECFE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0752" y="3579811"/>
            <a:ext cx="3973500" cy="3225149"/>
          </a:xfrm>
          <a:prstGeom prst="rect">
            <a:avLst/>
          </a:prstGeom>
        </p:spPr>
      </p:pic>
      <p:pic>
        <p:nvPicPr>
          <p:cNvPr id="14" name="Picture 13" descr="A chart with a number of different colors&#10;&#10;AI-generated content may be incorrect.">
            <a:extLst>
              <a:ext uri="{FF2B5EF4-FFF2-40B4-BE49-F238E27FC236}">
                <a16:creationId xmlns:a16="http://schemas.microsoft.com/office/drawing/2014/main" id="{5033B041-4C4A-323F-C8EC-72469108CD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9253" y="25842"/>
            <a:ext cx="3915157" cy="3177794"/>
          </a:xfrm>
          <a:prstGeom prst="rect">
            <a:avLst/>
          </a:prstGeom>
        </p:spPr>
      </p:pic>
      <p:pic>
        <p:nvPicPr>
          <p:cNvPr id="16" name="Picture 15" descr="A chart with a number of colors&#10;&#10;AI-generated content may be incorrect.">
            <a:extLst>
              <a:ext uri="{FF2B5EF4-FFF2-40B4-BE49-F238E27FC236}">
                <a16:creationId xmlns:a16="http://schemas.microsoft.com/office/drawing/2014/main" id="{3EC638A5-0891-263D-0EC7-771C287BB7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34" y="3654365"/>
            <a:ext cx="3915156" cy="3177793"/>
          </a:xfrm>
          <a:prstGeom prst="rect">
            <a:avLst/>
          </a:prstGeom>
        </p:spPr>
      </p:pic>
      <p:pic>
        <p:nvPicPr>
          <p:cNvPr id="18" name="Picture 17" descr="A chart of different shades of blue&#10;&#10;AI-generated content may be incorrect.">
            <a:extLst>
              <a:ext uri="{FF2B5EF4-FFF2-40B4-BE49-F238E27FC236}">
                <a16:creationId xmlns:a16="http://schemas.microsoft.com/office/drawing/2014/main" id="{5464C0B1-E9BC-103D-276C-F85B95687C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5626" y="3579811"/>
            <a:ext cx="4032810" cy="3278189"/>
          </a:xfrm>
          <a:prstGeom prst="rect">
            <a:avLst/>
          </a:prstGeom>
        </p:spPr>
      </p:pic>
      <p:pic>
        <p:nvPicPr>
          <p:cNvPr id="20" name="Picture 19" descr="A chart with a number of colors&#10;&#10;AI-generated content may be incorrect.">
            <a:extLst>
              <a:ext uri="{FF2B5EF4-FFF2-40B4-BE49-F238E27FC236}">
                <a16:creationId xmlns:a16="http://schemas.microsoft.com/office/drawing/2014/main" id="{C8777CE4-D310-30D0-B8C7-4434FB03E5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69818" y="25842"/>
            <a:ext cx="4378618" cy="355396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31596CF-9FB2-0905-C17C-F40C1E47C1B9}"/>
              </a:ext>
            </a:extLst>
          </p:cNvPr>
          <p:cNvSpPr txBox="1"/>
          <p:nvPr/>
        </p:nvSpPr>
        <p:spPr>
          <a:xfrm>
            <a:off x="4663841" y="-100831"/>
            <a:ext cx="33517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Leucine</a:t>
            </a:r>
          </a:p>
        </p:txBody>
      </p:sp>
    </p:spTree>
    <p:extLst>
      <p:ext uri="{BB962C8B-B14F-4D97-AF65-F5344CB8AC3E}">
        <p14:creationId xmlns:p14="http://schemas.microsoft.com/office/powerpoint/2010/main" val="3375141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hart with a number of different colors&#10;&#10;AI-generated content may be incorrect.">
            <a:extLst>
              <a:ext uri="{FF2B5EF4-FFF2-40B4-BE49-F238E27FC236}">
                <a16:creationId xmlns:a16="http://schemas.microsoft.com/office/drawing/2014/main" id="{ADBAE66F-FAD3-AC64-7934-458068882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067033" cy="3301067"/>
          </a:xfrm>
          <a:prstGeom prst="rect">
            <a:avLst/>
          </a:prstGeom>
        </p:spPr>
      </p:pic>
      <p:pic>
        <p:nvPicPr>
          <p:cNvPr id="7" name="Picture 6" descr="A chart with different colors and numbers&#10;&#10;AI-generated content may be incorrect.">
            <a:extLst>
              <a:ext uri="{FF2B5EF4-FFF2-40B4-BE49-F238E27FC236}">
                <a16:creationId xmlns:a16="http://schemas.microsoft.com/office/drawing/2014/main" id="{E6B46CDA-66FA-E852-1D95-F3DE49CD99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3672" y="3301068"/>
            <a:ext cx="4071584" cy="3304760"/>
          </a:xfrm>
          <a:prstGeom prst="rect">
            <a:avLst/>
          </a:prstGeom>
        </p:spPr>
      </p:pic>
      <p:pic>
        <p:nvPicPr>
          <p:cNvPr id="9" name="Picture 8" descr="A chart with different colors and numbers&#10;&#10;AI-generated content may be incorrect.">
            <a:extLst>
              <a:ext uri="{FF2B5EF4-FFF2-40B4-BE49-F238E27FC236}">
                <a16:creationId xmlns:a16="http://schemas.microsoft.com/office/drawing/2014/main" id="{3C8CEE3F-7780-A2B7-9C6A-3AAAC48AE3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7349" y="0"/>
            <a:ext cx="4224651" cy="3429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5279BFA-FEDB-EC2D-B1BF-85AF06A1BB1C}"/>
              </a:ext>
            </a:extLst>
          </p:cNvPr>
          <p:cNvSpPr txBox="1"/>
          <p:nvPr/>
        </p:nvSpPr>
        <p:spPr>
          <a:xfrm>
            <a:off x="4326340" y="450376"/>
            <a:ext cx="32072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Methionine</a:t>
            </a:r>
          </a:p>
        </p:txBody>
      </p:sp>
    </p:spTree>
    <p:extLst>
      <p:ext uri="{BB962C8B-B14F-4D97-AF65-F5344CB8AC3E}">
        <p14:creationId xmlns:p14="http://schemas.microsoft.com/office/powerpoint/2010/main" val="1410210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hart with numbers and a number of objects&#10;&#10;AI-generated content may be incorrect.">
            <a:extLst>
              <a:ext uri="{FF2B5EF4-FFF2-40B4-BE49-F238E27FC236}">
                <a16:creationId xmlns:a16="http://schemas.microsoft.com/office/drawing/2014/main" id="{989D8D94-E4BB-F488-021C-B43FEEA782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15187" y="143773"/>
            <a:ext cx="4106046" cy="3708076"/>
          </a:xfrm>
        </p:spPr>
      </p:pic>
      <p:pic>
        <p:nvPicPr>
          <p:cNvPr id="7" name="Picture 6" descr="A chart with a number of colors&#10;&#10;AI-generated content may be incorrect.">
            <a:extLst>
              <a:ext uri="{FF2B5EF4-FFF2-40B4-BE49-F238E27FC236}">
                <a16:creationId xmlns:a16="http://schemas.microsoft.com/office/drawing/2014/main" id="{86328D81-3AC7-96E5-5B00-B0DE2EF9A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7664" y="3083019"/>
            <a:ext cx="4650913" cy="3774981"/>
          </a:xfrm>
          <a:prstGeom prst="rect">
            <a:avLst/>
          </a:prstGeom>
        </p:spPr>
      </p:pic>
      <p:pic>
        <p:nvPicPr>
          <p:cNvPr id="9" name="Picture 8" descr="A chart with a number of colors&#10;&#10;AI-generated content may be incorrect.">
            <a:extLst>
              <a:ext uri="{FF2B5EF4-FFF2-40B4-BE49-F238E27FC236}">
                <a16:creationId xmlns:a16="http://schemas.microsoft.com/office/drawing/2014/main" id="{75DBAE8B-1C3C-D607-E977-CB6C857037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423" y="-45613"/>
            <a:ext cx="4280848" cy="347461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0BD434-7BCD-A18A-9308-3F1B1F1ED7AF}"/>
              </a:ext>
            </a:extLst>
          </p:cNvPr>
          <p:cNvSpPr txBox="1"/>
          <p:nvPr/>
        </p:nvSpPr>
        <p:spPr>
          <a:xfrm>
            <a:off x="4503761" y="204716"/>
            <a:ext cx="22655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Tyrosine</a:t>
            </a:r>
          </a:p>
        </p:txBody>
      </p:sp>
    </p:spTree>
    <p:extLst>
      <p:ext uri="{BB962C8B-B14F-4D97-AF65-F5344CB8AC3E}">
        <p14:creationId xmlns:p14="http://schemas.microsoft.com/office/powerpoint/2010/main" val="928914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hart with a number of colors&#10;&#10;AI-generated content may be incorrect.">
            <a:extLst>
              <a:ext uri="{FF2B5EF4-FFF2-40B4-BE49-F238E27FC236}">
                <a16:creationId xmlns:a16="http://schemas.microsoft.com/office/drawing/2014/main" id="{A9CD1022-836C-DD83-0DE4-E02D93036C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42824"/>
            <a:ext cx="3941492" cy="3199170"/>
          </a:xfrm>
          <a:prstGeom prst="rect">
            <a:avLst/>
          </a:prstGeom>
        </p:spPr>
      </p:pic>
      <p:pic>
        <p:nvPicPr>
          <p:cNvPr id="7" name="Picture 6" descr="A chart with a number of different colors&#10;&#10;AI-generated content may be incorrect.">
            <a:extLst>
              <a:ext uri="{FF2B5EF4-FFF2-40B4-BE49-F238E27FC236}">
                <a16:creationId xmlns:a16="http://schemas.microsoft.com/office/drawing/2014/main" id="{B8ABFB31-AD8D-F144-C47A-A08D2AE36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9485"/>
            <a:ext cx="4298066" cy="3488588"/>
          </a:xfrm>
          <a:prstGeom prst="rect">
            <a:avLst/>
          </a:prstGeom>
        </p:spPr>
      </p:pic>
      <p:pic>
        <p:nvPicPr>
          <p:cNvPr id="9" name="Picture 8" descr="A chart with a number of different colors&#10;&#10;AI-generated content may be incorrect.">
            <a:extLst>
              <a:ext uri="{FF2B5EF4-FFF2-40B4-BE49-F238E27FC236}">
                <a16:creationId xmlns:a16="http://schemas.microsoft.com/office/drawing/2014/main" id="{3C1A993A-F75E-B4A8-8C8A-7337678015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4328" y="3990960"/>
            <a:ext cx="3627289" cy="2944142"/>
          </a:xfrm>
          <a:prstGeom prst="rect">
            <a:avLst/>
          </a:prstGeom>
        </p:spPr>
      </p:pic>
      <p:pic>
        <p:nvPicPr>
          <p:cNvPr id="11" name="Picture 10" descr="A chart with a number of colors&#10;&#10;AI-generated content may be incorrect.">
            <a:extLst>
              <a:ext uri="{FF2B5EF4-FFF2-40B4-BE49-F238E27FC236}">
                <a16:creationId xmlns:a16="http://schemas.microsoft.com/office/drawing/2014/main" id="{208E36C2-5F6D-6A8C-8A88-DE64A151EC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8066" y="532868"/>
            <a:ext cx="3945182" cy="3202164"/>
          </a:xfrm>
          <a:prstGeom prst="rect">
            <a:avLst/>
          </a:prstGeom>
        </p:spPr>
      </p:pic>
      <p:pic>
        <p:nvPicPr>
          <p:cNvPr id="13" name="Picture 12" descr="A chart with blue squares&#10;&#10;AI-generated content may be incorrect.">
            <a:extLst>
              <a:ext uri="{FF2B5EF4-FFF2-40B4-BE49-F238E27FC236}">
                <a16:creationId xmlns:a16="http://schemas.microsoft.com/office/drawing/2014/main" id="{1A5A6547-9B1C-0BDA-601F-45BCFEF221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1618" y="3542824"/>
            <a:ext cx="4298066" cy="3488588"/>
          </a:xfrm>
          <a:prstGeom prst="rect">
            <a:avLst/>
          </a:prstGeom>
        </p:spPr>
      </p:pic>
      <p:pic>
        <p:nvPicPr>
          <p:cNvPr id="15" name="Picture 14" descr="A chart with different colors and numbers&#10;&#10;AI-generated content may be incorrect.">
            <a:extLst>
              <a:ext uri="{FF2B5EF4-FFF2-40B4-BE49-F238E27FC236}">
                <a16:creationId xmlns:a16="http://schemas.microsoft.com/office/drawing/2014/main" id="{21EDD8BA-E414-2393-8778-E5312D7AB9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43248" y="223938"/>
            <a:ext cx="3948752" cy="320506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D74B554-BA71-55E2-DA6F-3E68F6EE15DC}"/>
              </a:ext>
            </a:extLst>
          </p:cNvPr>
          <p:cNvSpPr txBox="1"/>
          <p:nvPr/>
        </p:nvSpPr>
        <p:spPr>
          <a:xfrm>
            <a:off x="4473529" y="-160783"/>
            <a:ext cx="41226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/>
              <a:t>Phenylalanine</a:t>
            </a:r>
          </a:p>
        </p:txBody>
      </p:sp>
    </p:spTree>
    <p:extLst>
      <p:ext uri="{BB962C8B-B14F-4D97-AF65-F5344CB8AC3E}">
        <p14:creationId xmlns:p14="http://schemas.microsoft.com/office/powerpoint/2010/main" val="2374152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hart with a number of colors&#10;&#10;AI-generated content may be incorrect.">
            <a:extLst>
              <a:ext uri="{FF2B5EF4-FFF2-40B4-BE49-F238E27FC236}">
                <a16:creationId xmlns:a16="http://schemas.microsoft.com/office/drawing/2014/main" id="{7F958173-A41E-0EF2-78DE-4E3742531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3124" y="1416154"/>
            <a:ext cx="3271915" cy="2655698"/>
          </a:xfrm>
          <a:prstGeom prst="rect">
            <a:avLst/>
          </a:prstGeom>
        </p:spPr>
      </p:pic>
      <p:pic>
        <p:nvPicPr>
          <p:cNvPr id="7" name="Picture 6" descr="A chart with a number of colors&#10;&#10;AI-generated content may be incorrect.">
            <a:extLst>
              <a:ext uri="{FF2B5EF4-FFF2-40B4-BE49-F238E27FC236}">
                <a16:creationId xmlns:a16="http://schemas.microsoft.com/office/drawing/2014/main" id="{358E67AD-CEAF-4EAB-AF6F-8C923B0155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09416"/>
            <a:ext cx="3271915" cy="2655698"/>
          </a:xfrm>
          <a:prstGeom prst="rect">
            <a:avLst/>
          </a:prstGeom>
        </p:spPr>
      </p:pic>
      <p:pic>
        <p:nvPicPr>
          <p:cNvPr id="9" name="Picture 8" descr="A chart with a number of different colors&#10;&#10;AI-generated content may be incorrect.">
            <a:extLst>
              <a:ext uri="{FF2B5EF4-FFF2-40B4-BE49-F238E27FC236}">
                <a16:creationId xmlns:a16="http://schemas.microsoft.com/office/drawing/2014/main" id="{F6B14DF6-79B0-59BB-DC96-CC61D94A17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70390" y="4220735"/>
            <a:ext cx="3271915" cy="2655698"/>
          </a:xfrm>
          <a:prstGeom prst="rect">
            <a:avLst/>
          </a:prstGeom>
        </p:spPr>
      </p:pic>
      <p:pic>
        <p:nvPicPr>
          <p:cNvPr id="11" name="Picture 10" descr="A chart with a number of colors&#10;&#10;AI-generated content may be incorrect.">
            <a:extLst>
              <a:ext uri="{FF2B5EF4-FFF2-40B4-BE49-F238E27FC236}">
                <a16:creationId xmlns:a16="http://schemas.microsoft.com/office/drawing/2014/main" id="{0178423F-DEA5-B468-C5F9-A90D55343F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1525" y="4178589"/>
            <a:ext cx="3271915" cy="2655698"/>
          </a:xfrm>
          <a:prstGeom prst="rect">
            <a:avLst/>
          </a:prstGeom>
        </p:spPr>
      </p:pic>
      <p:pic>
        <p:nvPicPr>
          <p:cNvPr id="13" name="Picture 12" descr="A chart with different colors and numbers&#10;&#10;AI-generated content may be incorrect.">
            <a:extLst>
              <a:ext uri="{FF2B5EF4-FFF2-40B4-BE49-F238E27FC236}">
                <a16:creationId xmlns:a16="http://schemas.microsoft.com/office/drawing/2014/main" id="{10EAA408-1EC6-8450-FB2A-53862E6E0F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8560" y="1416154"/>
            <a:ext cx="3271915" cy="2655698"/>
          </a:xfrm>
          <a:prstGeom prst="rect">
            <a:avLst/>
          </a:prstGeom>
        </p:spPr>
      </p:pic>
      <p:pic>
        <p:nvPicPr>
          <p:cNvPr id="15" name="Picture 14" descr="A chart with different colors and sizes&#10;&#10;AI-generated content may be incorrect.">
            <a:extLst>
              <a:ext uri="{FF2B5EF4-FFF2-40B4-BE49-F238E27FC236}">
                <a16:creationId xmlns:a16="http://schemas.microsoft.com/office/drawing/2014/main" id="{DFA94A37-1CC5-38DC-EC17-024E3C17F4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45793" y="4071852"/>
            <a:ext cx="3271915" cy="2659673"/>
          </a:xfrm>
          <a:prstGeom prst="rect">
            <a:avLst/>
          </a:prstGeom>
        </p:spPr>
      </p:pic>
      <p:pic>
        <p:nvPicPr>
          <p:cNvPr id="17" name="Picture 16" descr="A chart with a number of different colors&#10;&#10;AI-generated content may be incorrect.">
            <a:extLst>
              <a:ext uri="{FF2B5EF4-FFF2-40B4-BE49-F238E27FC236}">
                <a16:creationId xmlns:a16="http://schemas.microsoft.com/office/drawing/2014/main" id="{86C8BD19-3222-DBC8-5145-BB28B585839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3878" y="4198327"/>
            <a:ext cx="3271915" cy="265967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883B450-78E0-8029-CF19-D11BC7B05102}"/>
              </a:ext>
            </a:extLst>
          </p:cNvPr>
          <p:cNvSpPr txBox="1"/>
          <p:nvPr/>
        </p:nvSpPr>
        <p:spPr>
          <a:xfrm>
            <a:off x="3779812" y="347241"/>
            <a:ext cx="41256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Tryptophan</a:t>
            </a:r>
          </a:p>
        </p:txBody>
      </p:sp>
    </p:spTree>
    <p:extLst>
      <p:ext uri="{BB962C8B-B14F-4D97-AF65-F5344CB8AC3E}">
        <p14:creationId xmlns:p14="http://schemas.microsoft.com/office/powerpoint/2010/main" val="2231539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hart with a number of colors&#10;&#10;AI-generated content may be incorrect.">
            <a:extLst>
              <a:ext uri="{FF2B5EF4-FFF2-40B4-BE49-F238E27FC236}">
                <a16:creationId xmlns:a16="http://schemas.microsoft.com/office/drawing/2014/main" id="{EFECA202-8DB8-B9AA-6716-13424E1BCA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2028" y="3638754"/>
            <a:ext cx="3966226" cy="3219246"/>
          </a:xfrm>
        </p:spPr>
      </p:pic>
      <p:pic>
        <p:nvPicPr>
          <p:cNvPr id="7" name="Picture 6" descr="A chart with different colors of squares&#10;&#10;AI-generated content may be incorrect.">
            <a:extLst>
              <a:ext uri="{FF2B5EF4-FFF2-40B4-BE49-F238E27FC236}">
                <a16:creationId xmlns:a16="http://schemas.microsoft.com/office/drawing/2014/main" id="{06FA68DD-06AB-2C29-DF81-B3A350CD5D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95" y="-334428"/>
            <a:ext cx="4779084" cy="3879013"/>
          </a:xfrm>
          <a:prstGeom prst="rect">
            <a:avLst/>
          </a:prstGeom>
        </p:spPr>
      </p:pic>
      <p:pic>
        <p:nvPicPr>
          <p:cNvPr id="9" name="Picture 8" descr="A chart with a number of colors&#10;&#10;AI-generated content may be incorrect.">
            <a:extLst>
              <a:ext uri="{FF2B5EF4-FFF2-40B4-BE49-F238E27FC236}">
                <a16:creationId xmlns:a16="http://schemas.microsoft.com/office/drawing/2014/main" id="{F970D659-2603-9871-92EF-8A238F2E4E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3747" y="3920403"/>
            <a:ext cx="3846428" cy="3122009"/>
          </a:xfrm>
          <a:prstGeom prst="rect">
            <a:avLst/>
          </a:prstGeom>
        </p:spPr>
      </p:pic>
      <p:pic>
        <p:nvPicPr>
          <p:cNvPr id="11" name="Picture 10" descr="A chart with different colors and numbers&#10;&#10;AI-generated content may be incorrect.">
            <a:extLst>
              <a:ext uri="{FF2B5EF4-FFF2-40B4-BE49-F238E27FC236}">
                <a16:creationId xmlns:a16="http://schemas.microsoft.com/office/drawing/2014/main" id="{DDDBB09F-98A1-EC56-1ABF-A357535206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1922" y="0"/>
            <a:ext cx="4830078" cy="392040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7336C96-CD69-28C0-291C-7D7BAA7CBF40}"/>
              </a:ext>
            </a:extLst>
          </p:cNvPr>
          <p:cNvSpPr txBox="1"/>
          <p:nvPr/>
        </p:nvSpPr>
        <p:spPr>
          <a:xfrm>
            <a:off x="5150734" y="381965"/>
            <a:ext cx="1967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Valine</a:t>
            </a:r>
          </a:p>
        </p:txBody>
      </p:sp>
    </p:spTree>
    <p:extLst>
      <p:ext uri="{BB962C8B-B14F-4D97-AF65-F5344CB8AC3E}">
        <p14:creationId xmlns:p14="http://schemas.microsoft.com/office/powerpoint/2010/main" val="16850888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31150</TotalTime>
  <Words>7</Words>
  <Application>Microsoft Macintosh PowerPoint</Application>
  <PresentationFormat>Widescreen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Tyree, Max - tyreemj</dc:creator>
  <cp:lastModifiedBy>Tyree, Max - tyreemj</cp:lastModifiedBy>
  <cp:revision>1</cp:revision>
  <dcterms:created xsi:type="dcterms:W3CDTF">2025-07-01T22:23:56Z</dcterms:created>
  <dcterms:modified xsi:type="dcterms:W3CDTF">2025-08-01T04:53:56Z</dcterms:modified>
</cp:coreProperties>
</file>